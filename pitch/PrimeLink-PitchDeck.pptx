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810512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43984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640080" cy="640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solidFill>
            <a:srgbClr val="040C18"/>
          </a:solidFill>
          <a:ln w="12700">
            <a:solidFill>
              <a:srgbClr val="040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1453896"/>
            <a:ext cx="201168" cy="2011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17043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pPr indent="0" marL="0">
              <a:buNone/>
            </a:pPr>
            <a:r>
              <a:rPr lang="en-US" sz="5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234440" y="19933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RISK INTELLIGENCE NETWORK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8229600" cy="0"/>
          </a:xfrm>
          <a:prstGeom prst="line">
            <a:avLst/>
          </a:prstGeom>
          <a:noFill/>
          <a:ln w="12700">
            <a:solidFill>
              <a:srgbClr val="1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24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LGAs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2724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291840" y="3291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SECTORS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26480" y="2724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26480" y="3291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7307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 across five sectors — enabling proactive intervention before community crises escalate.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PRIMERS CORPORATION  —  NIGERIA  —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crises are invisible until they cascade.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36M+ smallholder farmers and rural communities lack any integrated early-warning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651760" cy="32004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72768"/>
            <a:ext cx="26517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36M+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21792" y="23591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with no risk visibility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798064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have no reliable indicator of soil health, pest activity, or economic exposure until a harvest fails.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572768"/>
            <a:ext cx="2651760" cy="32004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72768"/>
            <a:ext cx="2651760" cy="45720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56432" y="23591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LGAs with siloed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798064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clinics, agricultural extension officers, and environmental monitors each hold isolated data. No system connects the dots.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572768"/>
            <a:ext cx="2651760" cy="32004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72768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91072" y="23591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insurance market untapped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2798064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parametric insurance sector is growing rapidly, but requires real-time trigger data that no one is providing at community resolution.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sector failing triggers the entire community.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 is predictable. With the right data layer, it is preventable.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920240" cy="23774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192024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7922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2128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" y="257860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drops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degrades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834640"/>
            <a:ext cx="228600" cy="0"/>
          </a:xfrm>
          <a:prstGeom prst="line">
            <a:avLst/>
          </a:prstGeom>
          <a:noFill/>
          <a:ln w="254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27249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1645920"/>
            <a:ext cx="1920240" cy="23774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645920"/>
            <a:ext cx="1920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17922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42616" y="22128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42616" y="257860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yields decline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pressure rises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2834640"/>
            <a:ext cx="228600" cy="0"/>
          </a:xfrm>
          <a:prstGeom prst="line">
            <a:avLst/>
          </a:prstGeom>
          <a:noFill/>
          <a:ln w="25400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27249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645920"/>
            <a:ext cx="1920240" cy="23774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645920"/>
            <a:ext cx="19202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7922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1456" y="22128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91456" y="257860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surge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Micro-credit defaults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2834640"/>
            <a:ext cx="228600" cy="0"/>
          </a:xfrm>
          <a:prstGeom prst="line">
            <a:avLst/>
          </a:prstGeom>
          <a:noFill/>
          <a:ln w="25400">
            <a:solidFill>
              <a:srgbClr val="1A2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27249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12280" y="1645920"/>
            <a:ext cx="1920240" cy="23774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645920"/>
            <a:ext cx="1920240" cy="45720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0296" y="17922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0296" y="22128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0296" y="2578608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 increases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admissions rise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091422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251960"/>
            <a:ext cx="54864" cy="5669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3525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PrimeLink detects Stage 01 and models the full cascade — giving operators a 2–4 week intervention window before Stage 04 materialises.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intelligence layer for every Nigerian community.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4114800" cy="164592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9888"/>
            <a:ext cx="45720" cy="1645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54480"/>
            <a:ext cx="274320" cy="274320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36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Cross-Sector Risk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five sectors in real time. When environment degrades, the engine propagates weighted deltas downstream — agriculture, finance, health — before each sector's own sensors flag the shift.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389888"/>
            <a:ext cx="4114800" cy="164592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89888"/>
            <a:ext cx="45720" cy="1645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65192" y="1554480"/>
            <a:ext cx="274320" cy="27432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536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Insurance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8928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Finance Risk Index drops below a configurable threshold, the platform automatically logs a disbursement event. No claims adjuster. No forms. Payouts execute on verified data.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64408"/>
            <a:ext cx="4114800" cy="164592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64408"/>
            <a:ext cx="45720" cy="1645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429000"/>
            <a:ext cx="274320" cy="27432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410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127-Sensor IoT Simulator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673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sensor network simulation: random walk with mean reversion, per-community baselines, 3-second tick rate. Ready to replace with physical hardware on day one of deployment.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264408"/>
            <a:ext cx="4114800" cy="164592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264408"/>
            <a:ext cx="45720" cy="1645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65192" y="3429000"/>
            <a:ext cx="274320" cy="27432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410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Risk Index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7673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composite 0–100 score per LGA, updated every 3 seconds. Color-coded status: Optimal / Stable / Moderate / Elevated / Critical. Readable by any stakeholder — from field officer to minister.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FIVE-SECTOR COVERAGE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judge. Relevant to every stakeholder.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sector is a full data domain — not a secondary feature.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572768" cy="32004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54480"/>
            <a:ext cx="1572768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20299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39572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/ Air / Water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679192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levels, moisture content, air quality index, water contamination flags. Root cause of most community crises.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93392" y="1554480"/>
            <a:ext cx="1572768" cy="32004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554480"/>
            <a:ext cx="157276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0299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39572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Health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03120" y="2679192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proxy, pest cluster detection, rainfall adequacy score. Covers 36M+ smallholder farmers across Nigeria.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12464" y="1554480"/>
            <a:ext cx="1572768" cy="32004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12464" y="1554480"/>
            <a:ext cx="1572768" cy="45720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22192" y="20299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22192" y="239572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Wellbeing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22192" y="2679192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capacity, disease incidence rate, malnutrition index. 8 connected facilities per LGA in current dataset.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31536" y="1554480"/>
            <a:ext cx="1572768" cy="32004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31536" y="1554480"/>
            <a:ext cx="1572768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41264" y="20299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41264" y="239572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Resilience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41264" y="2679192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coverage ratio, micro-credit utilisation, parametric trigger readiness. Direct link to disbursement engine.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50608" y="1554480"/>
            <a:ext cx="1572768" cy="32004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50608" y="1554480"/>
            <a:ext cx="1572768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0336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60336" y="20299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Network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60336" y="239572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Coverage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260336" y="2679192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percentage, data quality score, coverage density map. 127 sensors simulated; hardware-ready architecture.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environments. One coherent system.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2651760" cy="338328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9888"/>
            <a:ext cx="265176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727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9568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 · Socket.io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2304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composite risk index per LGA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25968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Five-sector gauges, real-time updates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28895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simulation: Drought, Flood, Disease Outbreak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31821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tour for new operators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3474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Report (offline-ready HTML)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389888"/>
            <a:ext cx="2651760" cy="338328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389888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5727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19568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5 · Socket.io · Risk Engine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56432" y="2304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127-sensor IoT simulator, 3s tick, mean reversion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56432" y="25968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Cross-sector correlation weights and propagation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6432" y="28895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insurance trigger at configurable threshold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56432" y="31821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/api/communities, /api/alerts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56432" y="3474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WebSocket: sensor:update, alert:new, map:overview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389888"/>
            <a:ext cx="2651760" cy="338328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389888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5727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91072" y="19568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· React Native · React Navigation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91072" y="2304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splash with SYSTEM ONLINE status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1072" y="25968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picker across all 8 Nigerian LGAs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1072" y="28895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grid with live progress bars, 5s polling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91072" y="31821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feed with severity filtering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91072" y="3474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SIM badge: transparent data source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$30B+ market with no incumbent at this layer.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alone has 774 LGAs. PrimeLink is the only cross-sector community risk product in market.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4630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21792" y="22677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AGRI-FINTECH TAM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24963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agricultural technology and parametric insurance market by 2028.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14630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56432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56432" y="22677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INSURANCE TAM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56432" y="24963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parametric insurance sector — fastest-growing insurance sub-segment on the continent.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651760" cy="14630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36M+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91072" y="22677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BENEFICIARIES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91072" y="24963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in Nigeria eligible for parametric crop insurance and community risk alerts.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11296"/>
          <a:ext cx="8092440" cy="1417320"/>
        </p:xfrm>
        <a:graphic>
          <a:graphicData uri="http://schemas.openxmlformats.org/drawingml/2006/table">
            <a:tbl>
              <a:tblPr/>
              <a:tblGrid>
                <a:gridCol w="2011680"/>
                <a:gridCol w="1508760"/>
                <a:gridCol w="1508760"/>
                <a:gridCol w="1508760"/>
                <a:gridCol w="1508760"/>
              </a:tblGrid>
              <a:tr h="236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PrimeLink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AgriTech Startups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Govt FMARD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Insurance Cos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422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Cross-sector correlation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89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Real-time sensor data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89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Parametric trigger engine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89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A623"/>
                          </a:solidFill>
                        </a:rPr>
                        <a:t>Some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Community-level resolution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89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A623"/>
                          </a:solidFill>
                        </a:rPr>
                        <a:t>Some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Mobile + Web + API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C89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A623"/>
                          </a:solidFill>
                        </a:rPr>
                        <a:t>Some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3A5C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compounding revenue streams. One data moat.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2651760" cy="34290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44752"/>
            <a:ext cx="265176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093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SaaS License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331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$4,800 / LGA / year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2615184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 sold to state and federal government agencies. With 774 LGAs nationally, full penetration represents $3.7M ARR from Nigeria alone.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4498848"/>
            <a:ext cx="2331720" cy="237744"/>
          </a:xfrm>
          <a:prstGeom prst="rect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45079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$3.7M ARR @ 100% Nigeria penetration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444752"/>
            <a:ext cx="2651760" cy="34290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44752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6093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6432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Insurance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6432" y="2331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Per-trigger fee 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56432" y="2615184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 license the risk trigger API. Each confirmed threshold breach generates a billable event. Aligns incentives: PrimeLink earns when the system works.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56432" y="4498848"/>
            <a:ext cx="2331720" cy="237744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1296" y="45079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Asset-light, scales with enrolled farmers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444752"/>
            <a:ext cx="2651760" cy="34290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444752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6093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1920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91072" y="23317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subscription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91072" y="2615184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community risk indices, trend data, and forecast models sold to NGOs, development finance institutions, agribusinesses, and reinsurers.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91072" y="4498848"/>
            <a:ext cx="2331720" cy="237744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45079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High-margin, zero marginal cost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deployed, and live — in a single sprint.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PrimeLink is not a concept. It is a working product.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060704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5720" cy="106070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737360"/>
            <a:ext cx="237744" cy="237744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270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deployed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81965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GitHub Pages. React + Vite + Tailwind + Socket.io. Full community picker, sector gauges, crisis simulator, onboarding tour, export report.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114800" cy="1060704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417320"/>
            <a:ext cx="45720" cy="106070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1768" y="1737360"/>
            <a:ext cx="237744" cy="237744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15270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live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67528" y="181965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+ Socket.io. IoT sensor simulator at 3s tick across 8 LGAs. Risk engine with cross-sector correlation. Parametric insurance trigger logic.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624328"/>
            <a:ext cx="4114800" cy="1060704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24328"/>
            <a:ext cx="45720" cy="106070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44368"/>
            <a:ext cx="237744" cy="237744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27340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complete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302666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React Native. SplashScreen, Dashboard, Alert Feed with filtering, React Navigation bottom tabs. LIVE / SIM data source transparency.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2624328"/>
            <a:ext cx="4114800" cy="1060704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624328"/>
            <a:ext cx="45720" cy="106070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01768" y="2944368"/>
            <a:ext cx="237744" cy="237744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7528" y="27340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document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67528" y="302666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print-ready HTML pitch covering problem, solution, market, business model, traction, and $350K seed ask with full use-of-funds breakdown.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831336"/>
            <a:ext cx="4114800" cy="1060704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31336"/>
            <a:ext cx="45720" cy="106070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151376"/>
            <a:ext cx="237744" cy="237744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39410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public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423367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 codebase under Jothankato05/primelink. Conventional commits, professional README, architecture diagram, API reference, deployment guide.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3831336"/>
            <a:ext cx="4114800" cy="1060704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831336"/>
            <a:ext cx="45720" cy="106070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01768" y="4151376"/>
            <a:ext cx="237744" cy="237744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39410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communities simulated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67528" y="423367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 North, Ibadan Central, Maiduguri Metro, Jos North, Enugu East, Sokoto Central, Port Harcourt City, Abuja Municipal — all with distinct baseline risk profiles.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$350,000 to deploy, license, and scale.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runway to first five government LGA contracts and 10,000 enrolled farmers.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931920" cy="137160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44752"/>
            <a:ext cx="393192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$350,000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23042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 —  12-MONTH RUNWAY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1444752"/>
            <a:ext cx="2011680" cy="7132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444752"/>
            <a:ext cx="45720" cy="7132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5361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6592" y="1847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1444752"/>
            <a:ext cx="2011680" cy="7132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0" y="1444752"/>
            <a:ext cx="457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15361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31152" y="1847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Partnerships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267712"/>
            <a:ext cx="2011680" cy="7132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267712"/>
            <a:ext cx="4572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35915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36592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 Onboarding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2267712"/>
            <a:ext cx="2011680" cy="7132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2267712"/>
            <a:ext cx="45720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235915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31152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MILESTONES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1920240" cy="14630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" y="34198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" y="3803904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sensor pilot: 3 LGAs, Kano / Oyo / Borno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0" y="3291840"/>
            <a:ext cx="1920240" cy="14630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24912" y="34198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724912" y="3803904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government SaaS contracts signed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291840"/>
            <a:ext cx="1920240" cy="14630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28032" y="34198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28032" y="3803904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insurance API live with 1 insurer partner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66560" y="3291840"/>
            <a:ext cx="1920240" cy="14630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31152" y="34198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31152" y="3803904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enrolled farmers, $180K ARR run rate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Primers Corporation — Nigeria.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and engineering team building sovereign intelligence infrastructure for African communities.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931920" cy="256032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72768"/>
            <a:ext cx="393192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792224"/>
            <a:ext cx="804672" cy="804672"/>
          </a:xfrm>
          <a:prstGeom prst="ellipse">
            <a:avLst/>
          </a:prstGeom>
          <a:solidFill>
            <a:srgbClr val="005C46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83664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36192" y="18288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Jerry 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6192" y="2176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Architect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36192" y="2423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Primers Corporation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78892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SecureLink and PrimeLink. Building sovereign intelligence infrastructure for Nigeria and Sub-Saharan Africa. Background in product architecture, real-time systems, and community risk data.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572768"/>
            <a:ext cx="4114800" cy="2560320"/>
          </a:xfrm>
          <a:prstGeom prst="rect">
            <a:avLst/>
          </a:prstGeom>
          <a:solidFill>
            <a:srgbClr val="0E1E35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572768"/>
            <a:ext cx="41148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719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looking for: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103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investors with agri-fintech or govtech portfolio experience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partners at state / federal agency level for pilot LGA contracts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28032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company partnerships for parametric trigger API integration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8032" y="3255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extension network access for direct farmer enrollment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3639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finance institutions (AfDB, IFC) aligned with food security mandates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1A2E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658368"/>
            <a:ext cx="731520" cy="731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0" y="886968"/>
            <a:ext cx="274320" cy="274320"/>
          </a:xfrm>
          <a:prstGeom prst="ellipse">
            <a:avLst/>
          </a:prstGeom>
          <a:solidFill>
            <a:srgbClr val="040C18"/>
          </a:solidFill>
          <a:ln w="12700">
            <a:solidFill>
              <a:srgbClr val="040C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7276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pPr algn="ctr" indent="0" marL="0">
              <a:buNone/>
            </a:pPr>
            <a:r>
              <a:rPr lang="en-US" sz="5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914400" y="24323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RISK INTELLIGENCE NETWORK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2852928"/>
            <a:ext cx="3657600" cy="0"/>
          </a:xfrm>
          <a:prstGeom prst="line">
            <a:avLst/>
          </a:prstGeom>
          <a:noFill/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35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github.com/Jothankato05/primelink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jothankato05.github.io/primelink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6451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PRIMERS CORPORATION  —  NIGERIA  —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PrimeLink — Community Risk Intelligence Network</dc:title>
  <dc:subject>PptxGenJS Presentation</dc:subject>
  <dc:creator>Primers Corporation</dc:creator>
  <cp:lastModifiedBy>Primers Corporation</cp:lastModifiedBy>
  <cp:revision>1</cp:revision>
  <dcterms:created xsi:type="dcterms:W3CDTF">2026-05-27T18:22:18Z</dcterms:created>
  <dcterms:modified xsi:type="dcterms:W3CDTF">2026-05-27T18:22:18Z</dcterms:modified>
</cp:coreProperties>
</file>